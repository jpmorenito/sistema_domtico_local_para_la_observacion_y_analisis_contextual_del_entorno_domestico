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92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0" r:id="rId32"/>
    <p:sldId id="286" r:id="rId33"/>
    <p:sldId id="294" r:id="rId34"/>
    <p:sldId id="295" r:id="rId35"/>
    <p:sldId id="296" r:id="rId36"/>
    <p:sldId id="297" r:id="rId37"/>
    <p:sldId id="293" r:id="rId38"/>
    <p:sldId id="291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0:27:52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756 109 24575,'46'21'0,"55"16"0,-1 0 0,-13-2 0,-12-5 0,91 49 0,-89-32 0,-75-47 0,-1 0 0,0 1 0,0-1 0,1 1 0,-1-1 0,0 1 0,0 0 0,0 0 0,0-1 0,0 1 0,0 0 0,0 0 0,0 0 0,0 0 0,0 0 0,-1 0 0,1 0 0,0 0 0,-1 0 0,1 1 0,-1-1 0,1 0 0,0 2 0,-2-2 0,1 0 0,0 1 0,0-1 0,-1 0 0,1 0 0,-1 0 0,1 0 0,-1 1 0,0-1 0,1 0 0,-1 0 0,0 0 0,0 0 0,0 0 0,0 0 0,1-1 0,-1 1 0,-2 1 0,-4 3 0,-1-1 0,1 1 0,-1-2 0,0 1 0,-14 4 0,-3-3 0,0-1 0,1-1 0,-1-1 0,-1-1 0,1-1 0,-43-6 0,3-5 0,-84-24 0,126 29 0,2 1 0,-1-1 0,1-1 0,1-1 0,-29-14 0,45 19 0,-1 0 0,1 0 0,0 0 0,0 0 0,0-1 0,0 1 0,0-1 0,1 0 0,-1 0 0,1-1 0,0 1 0,1-1 0,-1 1 0,1-1 0,0 0 0,0 0 0,0 0 0,0 0 0,1 0 0,0 0 0,0-1 0,1 1 0,0-9 0,0-25 0,3 1 0,1-1 0,17-66 0,-21 103 0,1 1 0,-1 0 0,0 0 0,1 0 0,-1-1 0,0 1 0,0 0 0,1 0 0,-1-1 0,0 1 0,-1 0 0,1-1 0,0 1 0,0 0 0,0 0 0,-1-1 0,1 1 0,0 0 0,-1 0 0,0 0 0,1 0 0,-1-1 0,1 1 0,-1 0 0,0 0 0,0 0 0,-1-1 0,-1 1 0,1 0 0,0 0 0,0 0 0,-1 0 0,1 0 0,-1 1 0,1-1 0,-1 1 0,1 0 0,-1 0 0,1 0 0,-1 0 0,-2 0 0,-11 3 0,1 0 0,0 0 0,-20 8 0,12-3 0,0 0 0,0 2 0,-24 14 0,38-19 0,-1 0 0,0-1 0,-20 5 0,19-6 0,0 1 0,0 0 0,-13 6 0,14-4 0,0 0 0,-1-1 0,1-1 0,-1 0 0,0 0 0,-1-1 0,1 0 0,-1-1 0,1 0 0,-1-1 0,-17-1 0,-30-1 0,-59 1 0,116 0 0,0 0 0,0 0 0,0 0 0,0 1 0,0-1 0,0 0 0,0 1 0,0 0 0,0-1 0,0 1 0,0 0 0,1 0 0,-1 0 0,0 0 0,1 0 0,-1 1 0,1-1 0,-1 0 0,1 1 0,-1-1 0,1 1 0,0 0 0,0-1 0,0 1 0,0 0 0,0 0 0,0-1 0,1 1 0,-1 0 0,0 0 0,1 0 0,-1 0 0,1 0 0,0 0 0,0 0 0,0 0 0,0 0 0,0 0 0,1 4 0,0 0 0,0 0 0,1 0 0,-1 0 0,1 0 0,1 0 0,-1-1 0,1 1 0,0-1 0,0 1 0,1-1 0,7 9 0,61 48 0,-53-46 0,0-1 0,-1 2 0,18 21 0,-31-33 0,-1 0 0,1 0 0,0-1 0,0 0 0,0 0 0,0 0 0,1-1 0,0 0 0,-1 0 0,1 0 0,0-1 0,1 0 0,-1 0 0,0 0 0,13 1 0,5-1 0,1-1 0,48-5 0,-11 1 0,-10 5 0,-34-1 0,0 0 0,0-1 0,34-5 0,-51 5 0,-1 0 0,1 0 0,-1 0 0,1 0 0,-1 0 0,1 0 0,-1-1 0,1 1 0,-1 0 0,1 0 0,-1 0 0,1-1 0,-1 1 0,0 0 0,1 0 0,-1-1 0,1 1 0,-1 0 0,0-1 0,1 1 0,-1 0 0,0-1 0,1 1 0,-1-1 0,0 1 0,0 0 0,1-1 0,-1 1 0,0-1 0,0 1 0,0-1 0,0 1 0,0-1 0,0 1 0,1-1 0,-13-16 0,-24-7 0,-27 0 0,0 3 0,-1 3 0,-112-17 0,130 31 12,-70 4 0,61 1-1401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0:25:00.4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1 385 24575,'321'119'0,"-302"-112"0,-26-9 0,-32-12 0,15 4 0,-69-23 0,84 30 0,0 0 0,-1 2 0,1-1 0,-1 1 0,0 0 0,0 1 0,-16 1 0,14 3 0,13 0 0,0-4 0,0 1 0,0-1 0,0 0 0,-1 0 0,1 0 0,0 0 0,0 0 0,0-1 0,0 1 0,0 0 0,0 0 0,0-1 0,0 1 0,0 0 0,0-1 0,0 1 0,-1-1 0,1 1 0,0-1 0,0 1 0,-1-1 0,2-1 0,8-10 0,0 0 0,-1-1 0,0 0 0,-1-1 0,0 1 0,-1-2 0,5-16 0,4-5 0,95-236 0,-103 260 0,-6 20 0,-6 25 0,-12 28 0,-2-2 0,-36 79 0,-66 110 0,94-196 0,7-20 0,14-28 0,11-24 0,195-397 0,-128 277 0,-78 330 0,4-141 0,1-48 0,0-1 0,-1 1 0,1-1 0,0 1 0,0-1 0,-1 0 0,1 1 0,0-1 0,-1 0 0,1 1 0,0-1 0,-1 0 0,1 1 0,-1-1 0,1 0 0,0 0 0,-1 1 0,1-1 0,-1 0 0,1 0 0,-1 0 0,1 0 0,0 0 0,-1 0 0,1 0 0,-1 1 0,1-1 0,-1-1 0,1 1 0,-1 0 0,1 0 0,-1 0 0,1 0 0,-1 0 0,1 0 0,-1 0 0,1-1 0,0 1 0,-1 0 0,1 0 0,-1-1 0,1 1 0,0 0 0,-1 0 0,1-1 0,0 1 0,-1-1 0,-21-15 0,-45-57 0,66 72 0,0 0 0,0 0 0,1 0 0,-1 1 0,0-1 0,0 0 0,0 0 0,0 1 0,0-1 0,0 1 0,0-1 0,0 1 0,0-1 0,0 1 0,0 0 0,0-1 0,0 1 0,0 0 0,0 0 0,-2 0 0,2 0 0,0 1 0,0-1 0,1 0 0,-1 1 0,0-1 0,0 1 0,1 0 0,-1-1 0,0 1 0,1-1 0,-1 1 0,1 0 0,-1-1 0,1 1 0,-1 0 0,1 0 0,-1 0 0,1-1 0,0 1 0,-1 1 0,-1 7 0,0-1 0,0 1 0,1 0 0,-1 15 0,3 78-6,19 139-1,-8-130-87,80 668-444,-88-747 538,7 36 0,-10-63 0,1 1 0,0 0 0,0-1 0,0 1 0,1-1 0,0 0 0,0 0 0,6 9 0,-8-13 0,0 0 0,1 0 0,-1 0 0,0 0 0,0 0 1,1 0-1,-1 0 0,0 0 0,1-1 0,-1 1 0,1 0 0,-1-1 0,1 1 0,-1-1 0,1 0 0,-1 1 0,1-1 0,0 0 0,-1 0 0,2 0 0,35-10 107,-6-4 30,0-2 0,-1-1 0,29-22 0,-32 21-148,139-88 11,144-95 0,-15-19 0,-290 215 0,12-8 0,-1-1 0,-1-1 0,0-1 0,0 0 0,-2-1 0,0-1 0,11-19 0,-23 32-1365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0:25:32.4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921 570 24575,'0'1'0,"-1"0"0,1-1 0,-1 1 0,1 0 0,-1 0 0,1-1 0,-1 1 0,1 0 0,-1-1 0,1 1 0,-1-1 0,0 1 0,0-1 0,1 1 0,-1-1 0,0 0 0,0 1 0,1-1 0,-1 0 0,0 1 0,0-1 0,0 0 0,0 0 0,1 0 0,-1 0 0,0 0 0,-1 0 0,-29 2 0,27-2 0,-16 1 0,-131-2 0,149 1 0,1-1 0,0 1 0,-1 0 0,1-1 0,-1 1 0,1-1 0,0 1 0,0-1 0,-1 0 0,1 1 0,0-1 0,0 0 0,0 0 0,0 0 0,0 0 0,0 0 0,0 0 0,0 0 0,0 0 0,-1-2 0,-11-30 0,12 29 0,0 0 0,0 0 0,0 0 0,-1 1 0,1-1 0,-1 1 0,0-1 0,0 1 0,0-1 0,-1 1 0,-2-3 0,0 3 0,0 0 0,0 1 0,0-1 0,-1 1 0,1 0 0,-1 0 0,1 1 0,-1 0 0,0 0 0,0 0 0,1 1 0,-1-1 0,-11 2 0,5 0 0,0 0 0,0 1 0,0 1 0,0 0 0,-18 7 0,18-3 0,1 0 0,0 1 0,1 1 0,-1 0 0,2 0 0,-1 1 0,1 0 0,-13 21 0,-6 4 0,16-21 0,-1 0 0,-1-1 0,1 0 0,-2-1 0,-29 19 0,29-22 0,10-6 0,1 0 0,-1 0 0,0 0 0,0 0 0,-1-1 0,1 0 0,0 0 0,-1-1 0,1 1 0,-1-1 0,-8 0 0,3 0 0,0 1 0,1 0 0,-19 6 0,-18 3 0,47-11 0,-1 0 0,0 0 0,1 0 0,-1 1 0,1-1 0,-1 0 0,1 0 0,-1 0 0,1 0 0,-1 0 0,1 0 0,-1 0 0,1 0 0,-1 0 0,1-1 0,-1 1 0,1 0 0,-1 0 0,1 0 0,-1-1 0,1 1 0,-1 0 0,1 0 0,-1-1 0,1 1 0,-1 0 0,1-1 0,0 1 0,-1-1 0,1 1 0,0-1 0,-1 1 0,1 0 0,0-2 0,-1 1 0,2 0 0,-1-1 0,0 1 0,0-1 0,0 1 0,1 0 0,-1-1 0,0 1 0,1 0 0,-1-1 0,1 1 0,1-2 0,27-35 0,0 7 0,51-40 0,-68 61 0,0 1 0,0 1 0,1 0 0,1 1 0,-1 0 0,1 1 0,28-8 0,-19 11 0,-1 0 0,1 2 0,0 1 0,27 3 0,15 0 0,362-4 0,-425 2 0,1-1 0,-1 0 0,0 1 0,0-1 0,0 1 0,0 0 0,0-1 0,0 1 0,0 0 0,0 0 0,0 0 0,0 1 0,0-1 0,-1 0 0,1 1 0,0-1 0,2 4 0,-4-4 0,1-1 0,-1 1 0,1 0 0,-1 0 0,0-1 0,1 1 0,-1 0 0,0 0 0,1 0 0,-1 0 0,0-1 0,0 1 0,0 0 0,0 0 0,0 0 0,0 0 0,0 0 0,0 0 0,0-1 0,0 1 0,-1 0 0,1 0 0,0 0 0,0 0 0,-1-1 0,1 1 0,-1 0 0,1 0 0,-1 0 0,1-1 0,-1 1 0,1 0 0,-1-1 0,0 1 0,1-1 0,-1 1 0,0-1 0,1 1 0,-1-1 0,0 1 0,0-1 0,0 1 0,1-1 0,-1 0 0,-2 1 0,-7 2 0,-1-1 0,1 0 0,-1 0 0,0-1 0,0-1 0,1 0 0,-1 0 0,-18-3 0,-15 0 0,-87-6 0,98 5 0,-1 1 0,1 1 0,0 2 0,-1 2 0,-40 6 0,-74 35 0,308-65 0,461-130 0,-619 151 0,24-4 0,2 0 0,-1 2 0,0 0 0,1 3 0,32 2 0,64-4 0,-117 1 0,1-1 0,-1 0 0,1 0 0,-1-1 0,0 0 0,12-7 0,16-7 0,-19 11 0,0 0 0,-1-1 0,27-18 0,-35 21 0,-1-1 0,0 0 0,0 0 0,0-1 0,-1 1 0,1-1 0,-2 0 0,1-1 0,-1 1 0,7-12 0,-5 5 0,2 0 0,0 1 0,1 0 0,14-15 0,13-19 0,-7-9 0,-26 46 0,1 0 0,0 1 0,1-1 0,-1 1 0,2 0 0,-1 0 0,1 1 0,0 0 0,13-12 0,-14 16 0,-1 1 0,1 0 0,0 1 0,-1-1 0,1 1 0,0 0 0,0 0 0,0 0 0,0 1 0,0 0 0,6 0 0,0 0 0,-1 1 0,1 0 0,-1 1 0,14 4 0,-22-5 0,0-1 0,0 2 0,0-1 0,-1 0 0,1 0 0,0 1 0,0-1 0,-1 1 0,1-1 0,-1 1 0,1-1 0,-1 1 0,0 0 0,0 0 0,0 0 0,0 0 0,0 0 0,0 0 0,0 0 0,0 0 0,-1 0 0,1 1 0,-1-1 0,0 3 0,2 8 0,-2 0 0,0 0 0,-1 14 0,0-5 0,-3 45 0,-2-1 0,-19 81 0,-44 128 0,-8-45 0,25-81 0,36-84-1365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0:25:34.9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359 320 24575,'-149'-125'0,"138"116"0,-21-16 0,5 6 0,2-2 0,0-1 0,1-1 0,1-1 0,-20-27 0,60 79 0,-4-7 0,0 0 0,29 34 0,22 10 0,-14-16 0,54 70 0,-96-111 0,0 0 0,1 0 0,0-1 0,0 0 0,1 0 0,16 7 0,13 11 0,-9-7 0,1 0 0,47 18 0,-30-14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5:00:34.6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168 112 24575,'2'11'0,"0"1"0,0 0 0,2-1 0,-1 0 0,1 0 0,1 0 0,7 13 0,-1-1 0,-5-10 0,0 0 0,1 0 0,0-1 0,16 20 0,-21-29 0,1 0 0,-1-1 0,0 0 0,1 1 0,-1-1 0,1 0 0,0 0 0,-1 0 0,1 0 0,0-1 0,0 1 0,0-1 0,1 0 0,-1 0 0,0 0 0,0 0 0,1-1 0,-1 1 0,0-1 0,1 0 0,-1 0 0,0 0 0,1 0 0,-1 0 0,0-1 0,5-1 0,-4 0 0,-1 1 0,1-1 0,-1-1 0,0 1 0,0 0 0,0-1 0,0 0 0,0 0 0,0 1 0,-1-2 0,1 1 0,-1 0 0,0 0 0,0-1 0,0 1 0,0-1 0,-1 0 0,0 1 0,1-1 0,0-5 0,1-3 0,-1 0 0,0 0 0,-1 0 0,0-1 0,-1-15 0,-1 21 0,-1 0 0,0 0 0,0 0 0,0 0 0,-1 1 0,1-1 0,-2 1 0,1 0 0,-1 0 0,0 0 0,0 0 0,0 1 0,-1 0 0,0 0 0,0 0 0,-11-7 0,3 2 0,-1 0 0,0 1 0,0 1 0,-1 1 0,0 0 0,-16-5 0,14 7 0,0 0 0,0 2 0,-1 0 0,1 1 0,-1 0 0,1 2 0,-27 2 0,41-2 0,1 1 0,-1-1 0,1 1 0,-1-1 0,1 1 0,0 0 0,-1 0 0,1 0 0,0 1 0,0-1 0,0 0 0,0 1 0,0-1 0,0 1 0,0 0 0,1 0 0,-1-1 0,-2 5 0,2-2 0,-1 1 0,1-1 0,1 1 0,-1-1 0,0 1 0,1 0 0,0 0 0,0 0 0,0 4 0,1 7 0,0 0 0,1 0 0,0 0 0,8 31 0,-6-33 0,2 0 0,0-1 0,0 1 0,1-1 0,1 0 0,0-1 0,0 0 0,1 0 0,1 0 0,0-1 0,17 15 0,-25-25 0,1 1 0,-1-1 0,1 0 0,0 0 0,0 0 0,-1 0 0,1 0 0,0 0 0,0 0 0,0-1 0,0 1 0,0-1 0,0 1 0,0-1 0,0 0 0,0 0 0,0 0 0,0 0 0,3 0 0,-1 30 0,-2-25-41,1 0 0,-1 0-1,1 0 1,0 0-1,1 0 1,-1-1 0,1 0-1,-1 1 1,2-1 0,-1-1-1,0 1 1,1-1-1,-1 1 1,1-1 0,0 0-1,0-1 1,0 0 0,0 1-1,1-1 1,-1-1-1,1 1 1,-1-1 0,1 0-1,-1-1 1,1 1 0,0-1-1,-1 0 1,1 0-1,0-1 1,-1 1 0,1-1-1,9-3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5:00:39.3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559 217 24575,'-4'-4'0,"1"-1"0,0 1 0,0-1 0,1 0 0,-1 0 0,1 0 0,1-1 0,-1 1 0,-1-8 0,1 6 0,0-1 0,0 1 0,-1 0 0,-4-8 0,3 10 0,1 0 0,-1 1 0,0-1 0,-1 1 0,1-1 0,-1 1 0,0 1 0,0-1 0,0 1 0,0 0 0,-1 0 0,1 0 0,-9-2 0,-8-2 0,0 1 0,-31-4 0,8 2 0,35 6 0,-107-20 0,103 20 0,0 1 0,0 1 0,0 0 0,0 1 0,0 0 0,-19 5 0,30-6 0,0 1 0,0 0 0,0 0 0,1 0 0,-1 0 0,0 0 0,0 1 0,1-1 0,-1 1 0,1 0 0,-1 0 0,1 0 0,0 0 0,0 0 0,0 0 0,0 1 0,0-1 0,0 1 0,1-1 0,-2 4 0,2-2 0,0 0 0,0 0 0,0 0 0,0 0 0,1 1 0,0-1 0,0 0 0,0 0 0,0 0 0,1 0 0,0 0 0,0 0 0,1 5 0,3 4 0,0 1 0,2 0 0,-1-1 0,2-1 0,-1 1 0,2-1 0,11 14 0,-14-20 0,1-1 0,-1 0 0,1-1 0,0 1 0,0-1 0,0-1 0,0 1 0,1-1 0,-1 0 0,1-1 0,0 0 0,0 0 0,0-1 0,0 1 0,0-2 0,0 1 0,9-2 0,-5 1 0,1-1 0,-1 0 0,0-1 0,0 0 0,0-1 0,0 0 0,0-1 0,-1 0 0,1-1 0,17-10 0,-26 12 0,1 0 0,-1 0 0,0 0 0,0 0 0,0-1 0,0 1 0,-1-1 0,0 0 0,1 0 0,-1 0 0,-1 0 0,3-7 0,12-56 0,-13 51 0,-1 10-76,-1 1 1,0 0-1,0-1 0,-1 1 0,1-1 0,-1 1 0,-1-1 0,1 1 1,-1-1-1,1 1 0,-2-1 0,1 1 0,-1 0 0,1 0 1,-1-1-1,-1 1 0,-2-5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5:00:43.9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428 244 24575,'1'-56'0,"-3"-67"0,2 120 0,0 1 0,-1-1 0,1 0 0,-1 0 0,1 0 0,-1 1 0,0-1 0,0 0 0,0 1 0,-1-1 0,1 1 0,-1-1 0,1 1 0,-1 0 0,0-1 0,0 1 0,0 0 0,0 0 0,0 0 0,0 1 0,0-1 0,-1 0 0,1 1 0,-1 0 0,1-1 0,-1 1 0,0 0 0,1 0 0,-1 1 0,0-1 0,0 0 0,0 1 0,1 0 0,-6 0 0,-9 0 0,0 0 0,0 2 0,0 0 0,-28 8 0,22-5 0,-27 3 0,27-6 0,-37 10 0,55-10 0,-1-1 0,0 1 0,1 1 0,0-1 0,-1 1 0,1 0 0,0 0 0,0 0 0,0 1 0,1 0 0,-6 5 0,8-6 0,-1-1 0,1 1 0,0 0 0,0 0 0,0 1 0,1-1 0,-1 0 0,1 0 0,0 1 0,0-1 0,0 1 0,0-1 0,0 1 0,1 0 0,-1-1 0,1 1 0,0 0 0,1-1 0,-1 1 0,0 0 0,1-1 0,0 1 0,0-1 0,0 1 0,0-1 0,1 0 0,-1 1 0,1-1 0,0 0 0,0 0 0,0 0 0,5 5 0,6 7 0,1 0 0,1-1 0,0-1 0,29 19 0,-29-21 0,-11-8 0,3 3 0,0-1 0,0 1 0,0-1 0,1-1 0,0 1 0,0-1 0,0-1 0,0 0 0,0 0 0,1 0 0,0-1 0,-1 0 0,15 1 0,-15-3 0,-1 0 0,1 0 0,0 0 0,-1-1 0,1 0 0,-1 0 0,0-1 0,1 0 0,-1 0 0,0-1 0,0 1 0,0-2 0,0 1 0,-1-1 0,1 0 0,-1 0 0,0-1 0,0 0 0,-1 0 0,8-9 0,6-7-1365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5:00:49.3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2 511 24575,'-1'76'0,"2"84"0,1-140 0,0-1 0,1 1 0,1-1 0,1 0 0,14 35 0,-14-46 0,-1 0 0,1-1 0,1 0 0,0 0 0,0 0 0,0-1 0,1 0 0,-1 0 0,1 0 0,1-1 0,12 7 0,-1-2 0,1 0 0,-1-1 0,36 10 0,-39-15 0,0-1 0,0 0 0,0-1 0,1-1 0,-1 0 0,0-1 0,1-1 0,-1 0 0,28-7 0,-37 6 0,0 0 0,0 0 0,-1 0 0,1-1 0,-1 0 0,1 0 0,-1 0 0,0-1 0,0 0 0,-1 0 0,1-1 0,-1 0 0,0 0 0,0 0 0,0 0 0,-1-1 0,0 0 0,0 0 0,0 0 0,-1 0 0,0-1 0,0 1 0,0-1 0,1-9 0,-3 13 0,0 0 0,-1 1 0,1-1 0,-1 0 0,0 0 0,0 0 0,0 1 0,0-1 0,0 0 0,-1 0 0,1 1 0,-1-1 0,0 0 0,0 1 0,0-1 0,0 0 0,0 1 0,-1 0 0,1-1 0,-3-3 0,1 4 0,0-1 0,-1 0 0,1 1 0,0 0 0,-1 0 0,0 0 0,1 0 0,-1 0 0,0 1 0,0-1 0,0 1 0,-6-1 0,-5 0 0,1 1 0,-1 0 0,0 1 0,0 1 0,1 0 0,-26 6 0,37-7 0,-1 1 0,1 0 0,-1 0 0,1 0 0,0 0 0,-1 1 0,1 0 0,0-1 0,0 1 0,0 0 0,0 0 0,0 1 0,0-1 0,1 1 0,-1-1 0,1 1 0,0 0 0,0 0 0,0 0 0,-3 5 0,3 0 0,-1 0 0,1 0 0,1 0 0,-1 0 0,1 0 0,1 1 0,0-1 0,0 9 0,1-8 0,-2 0 0,2 0 0,-1 0 0,1 0 0,4 14 0,-5-22 0,0 1 0,1-1 0,-1 0 0,1 1 0,-1-1 0,1 0 0,0 0 0,-1 1 0,1-1 0,0 0 0,0 0 0,0 0 0,0 0 0,0 0 0,0 0 0,0 0 0,0 0 0,0-1 0,0 1 0,1 0 0,-1-1 0,0 1 0,0 0 0,1-1 0,-1 0 0,0 1 0,1-1 0,-1 0 0,1 0 0,-1 1 0,0-1 0,1 0 0,-1-1 0,1 1 0,2-1 0,-1 1 0,0-2 0,0 1 0,-1 0 0,1-1 0,0 1 0,0-1 0,-1 0 0,1 0 0,-1 0 0,0 0 0,0 0 0,1 0 0,-1-1 0,-1 1 0,1-1 0,0 0 0,-1 1 0,1-1 0,1-6 0,3-6 0,0-1 0,4-25 0,-6 25 0,20-92 0,-4-2 0,7-142 0,-25 192 0,-3 34 0,2 1 0,1-1 0,2 1 0,0 0 0,9-29 0,-8 33 0,0 0 0,3-39 0,-5 37 0,10-43 0,-13 66 0,0-1 0,0 0 0,0 0 0,0 1 0,0-1 0,0 0 0,1 0 0,-1 1 0,0-1 0,1 0 0,-1 1 0,0-1 0,1 0 0,-1 1 0,1-1 0,-1 1 0,1-1 0,-1 1 0,1-1 0,-1 1 0,1-1 0,0 1 0,-1-1 0,1 1 0,0-1 0,0 2 0,0-1 0,0 0 0,-1 1 0,1-1 0,-1 1 0,1-1 0,0 0 0,-1 1 0,1 0 0,-1-1 0,1 1 0,-1-1 0,1 1 0,-1 0 0,1-1 0,-1 1 0,0 0 0,1-1 0,-1 2 0,14 41 0,8 40 0,3-2 0,4-2 0,42 85 0,-57-136 0,82 183 0,-90-194 0,-1 0 0,-1 0 0,0 0 0,-2 0 0,0 0 0,0 23 0,-9 105 0,6-139 0,0-1 0,0 1 0,-1-1 0,1 1 0,-1-1 0,-1 0 0,1 0 0,-1 0 0,0 0 0,0-1 0,0 1 0,-1-1 0,0 1 0,-7 6 0,-7 4 0,-1-1 0,-27 17 0,-3 1 0,29-18 0,-35 17 0,36-21 0,-1 2 0,-17 13 0,28-19-195,0 0 0,0-1 0,0 1 0,0-2 0,-1 1 0,-15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9T10:59:09.2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726 458 24575,'-3'0'0,"0"-1"0,0-1 0,0 1 0,0 0 0,0-1 0,0 0 0,0 1 0,1-1 0,-5-4 0,-13-7 0,-9 2 0,-1 1 0,-1 2 0,-59-8 0,38 7 0,-20-3 0,-64-14 0,127 24 0,1 0 0,0 1 0,0 0 0,-1 0 0,1 1 0,0 0 0,-10 2 0,16-2 0,0 0 0,0 0 0,1 1 0,-1-1 0,0 1 0,1 0 0,-1-1 0,0 1 0,1 0 0,-1 0 0,1 0 0,-1 0 0,1 0 0,0 1 0,-1-1 0,1 0 0,0 0 0,0 1 0,0-1 0,0 1 0,0-1 0,0 1 0,0 0 0,1-1 0,-1 1 0,1 0 0,-1-1 0,1 1 0,-1 0 0,1 0 0,0-1 0,0 1 0,0 0 0,0 0 0,0 0 0,0-1 0,0 1 0,2 3 0,-2-3 0,1 0 0,-1-1 0,1 1 0,0 0 0,0 0 0,0-1 0,0 1 0,0 0 0,0-1 0,0 1 0,0-1 0,1 0 0,-1 1 0,1-1 0,-1 0 0,1 0 0,-1 0 0,1 0 0,-1 0 0,1 0 0,0 0 0,0-1 0,0 1 0,-1-1 0,1 1 0,0-1 0,0 1 0,0-1 0,0 0 0,0 0 0,0 0 0,0 0 0,2-1 0,8 0 0,1 0 0,0-1 0,19-6 0,-32 8 0,137-38 0,102-25 0,-204 53 0,0-1 0,62-29 0,-76 30 0,-18 9 0,0 0 0,0 0 0,0-1 0,0 0 0,0 1 0,-1-1 0,1 0 0,-1 0 0,1 0 0,-1-1 0,0 1 0,0 0 0,0-1 0,0 1 0,0-1 0,-1 0 0,1 0 0,-1 0 0,0 0 0,1 0 0,-1 0 0,-1 0 0,2-5 0,-2 3 0,0 0 0,-1 0 0,1 0 0,-1 0 0,0 0 0,-1 0 0,1 0 0,-1 0 0,0 1 0,0-1 0,0 1 0,-1-1 0,0 1 0,-4-6 0,0 2 0,0 0 0,-1 0 0,0 1 0,0 0 0,-1 0 0,1 1 0,-2 0 0,1 0 0,-1 1 0,1 1 0,-1-1 0,-1 2 0,1-1 0,0 1 0,-1 1 0,0 0 0,0 0 0,1 1 0,-1 1 0,0 0 0,0 0 0,0 1 0,0 0 0,1 1 0,-1 1 0,0-1 0,1 1 0,0 1 0,0 0 0,0 1 0,0 0 0,-13 9 0,8-5 0,0-1 0,-1 0 0,0-1 0,-26 7 0,-29 13 0,17 3 0,45-24 0,-2 1 0,1-2 0,-1 1 0,1-1 0,-2-1 0,1 0 0,0 0 0,-1-1 0,-13 1 0,-13-4 0,-17 0 0,52 0 0,0 0 0,0 1 0,0-1 0,0 1 0,1 0 0,-1 0 0,0 0 0,0 0 0,0 0 0,1 1 0,-1-1 0,0 1 0,-2 2 0,4-3 0,1 0 0,-1 0 0,0 1 0,0-1 0,1 0 0,-1 0 0,1 1 0,-1-1 0,1 1 0,0-1 0,0 0 0,-1 1 0,1-1 0,0 1 0,0-1 0,0 1 0,0-1 0,1 1 0,-1-1 0,1 2 0,10 34 0,-5-19 0,2 13 0,-3 1 0,0 0 0,-1 36 0,-5 101 0,-2-57 0,3-91 77,1-6-317,-1 1 0,-1 0-1,0 0 1,-1-1-1,-5 19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32407-7235-4232-A6EF-4E1AC4C97CB9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806ED-FBB9-419B-B637-123AF92B3A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73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27761-D768-7AAB-7111-E7A3B86A1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76EBE8-7E9B-6BD6-B43E-1C6CC0BB9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3D0DA9-8717-6E38-8291-65E7C71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6B94E-1207-434E-9083-5B2310FC7C93}" type="datetime1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B4CD66-4D4E-2418-3F9A-ED37E45D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CD47F6-349D-E02A-63AE-8EEA33F2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82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7C2E1-68D3-1CB6-3478-F55AAC97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CF36B9-9353-AB15-14EE-8A3F6CF68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FDDBC-45D3-6D33-66C6-EC34DD52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183-6388-4A3D-AF88-E55C7A2A742D}" type="datetime1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DB743C-98F8-2D0B-DC99-7B3E60F6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E0ECFA-FD5C-0AE0-A59D-9D9A51E7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728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EAE96-D218-3975-5A4E-2BD0C705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FC1AB2-BE6A-03BB-7E38-839368126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FA0376-5ACC-721E-033D-79687E7E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23F9A-E2F3-4AAA-9EF1-97BD890B17ED}" type="datetime1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9CBA6-C64E-76A3-D7D5-374FAE24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A2896-AE65-32D4-2B74-ADC2E311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59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CB868-3D16-EF02-8A2C-84230543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7237D-AE1E-3B92-8D9F-371AF8A1C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E3D626-2390-8B83-FD8B-31B8651F1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DC1448-5AF8-4EE8-EB54-835BE080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74E2-BC42-4842-8AFA-23CCA0DA5BD7}" type="datetime1">
              <a:rPr lang="es-ES" smtClean="0"/>
              <a:t>29/06/2026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59545F-E474-6EAB-55D2-44544A091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4FCD8F-A4A8-D678-3EC6-24D467DA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00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6EC9D-4E95-6C24-3573-A10F99F3F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DD7D2B-2BDF-E209-B5F4-98C6CA2CA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CE18E5-CC8C-8E05-5835-CD4161AF2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1D0CE81-2B6F-6ED0-9BFF-D4754C741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F05129-9530-A3F8-4AE7-0B5F284BB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7027BBB-B0A4-9BDD-A3AD-A08A072D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A0981-EFBA-4B00-9209-FE4833B9A956}" type="datetime1">
              <a:rPr lang="es-ES" smtClean="0"/>
              <a:t>29/06/2026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5B4778-A981-7929-F560-6297825A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49FCE9-B527-664D-7CAF-495CF4FD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869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CC3A0-7E96-2D41-F95B-4A58FF94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999A84-3D4E-53E3-2E8A-515B66F1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5497-0A00-4649-9E5C-054F520C1E42}" type="datetime1">
              <a:rPr lang="es-ES" smtClean="0"/>
              <a:t>29/06/2026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C556F4-27A7-C313-1BC9-89B68D4A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0C7163-A30A-C349-4309-F71D9857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39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AC5DD1-20EE-2A53-6F9B-E0A078B6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657FB-02DA-4CA6-A508-FF1D66CFA98A}" type="datetime1">
              <a:rPr lang="es-ES" smtClean="0"/>
              <a:t>29/06/2026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2C7EBC-4E37-3974-3110-3D1D59BC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8F5B61-E99F-7B47-3CB7-DB229BCB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94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30915-A124-9D33-8ABC-C54A01C4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8D89F-D853-BE9A-C240-F2B71764D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6A6E55-4729-73DC-0169-0A58D4CE9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A5C4ED-AE75-452C-ADC4-92E2571F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0D4-BA3D-4928-B817-978BC68AC3DC}" type="datetime1">
              <a:rPr lang="es-ES" smtClean="0"/>
              <a:t>29/06/2026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51753B-20CE-F02B-4EFD-6BDA4B81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C4FDF6-2428-C662-00E6-9916509F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324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0EBF-AFAE-6EE5-A59A-797F96A05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8196F5-962D-19E5-0B93-C6E6D25B9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4BCCA8-5B8C-21C4-EDF0-919FF1715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3774BF-EEA1-1FB3-1855-A4264074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68CD-4AC5-4F9C-BF59-F16708ABE3E3}" type="datetime1">
              <a:rPr lang="es-ES" smtClean="0"/>
              <a:t>29/06/2026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51C0AC-1BDA-D9A1-CB1A-473423F6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40DF6E-AEE8-AD19-ACCB-5D6041B9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59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AFBD3-832A-8A8D-C797-EF9A1D2B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A9B93C-9354-2C2F-B2E7-0BC07A6D4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30163D-4B9D-AE2D-EE9B-ABAC6C47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33F0-FF7A-4CDA-B317-F38D4B1CED7A}" type="datetime1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369E2D-FE9E-286C-CB61-5B5A5446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83015A-B18A-C4B7-6960-6CFCA3DA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238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C45379-5A90-CC44-C3D8-53B303F20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59039B-B351-6BDA-AFFC-70F8D3DAD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9E5A-B848-51C5-8B37-DEE7FB58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63C-B8B3-4973-90C7-9467B7ED789F}" type="datetime1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5FF053-FCD9-B7BE-EF25-9430BE41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52A649-ABAE-1EFF-9715-6A4EE12B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99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FCF460-E345-99A8-08B5-B26A2610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5850C0-9DA6-5F4A-66F7-6A76C330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D03FC3-AA65-E54E-1D13-3F1F08B4E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CE59D-0EB7-4C69-88E8-2D6EA75E1EDD}" type="datetime1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BC57E4-E2A3-56B4-8573-3D99D6393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A58217-7A8C-6FE3-237C-57F155344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1DFC8-86FD-4D8E-9AE5-DF097F8855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494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customXml" Target="../ink/ink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3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279231C-F144-2A11-3416-F973C188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295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B3AA522-4B94-16F2-BA21-63F7EC17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328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EC640DF-83F7-12C3-6473-34033010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16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0BFE5C2-4B1A-389E-160D-F9544713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5</a:t>
            </a:fld>
            <a:endParaRPr lang="es-E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37C0452A-7412-51B4-4FA0-BA656AB59E71}"/>
                  </a:ext>
                </a:extLst>
              </p14:cNvPr>
              <p14:cNvContentPartPr/>
              <p14:nvPr/>
            </p14:nvContentPartPr>
            <p14:xfrm>
              <a:off x="11487944" y="6186459"/>
              <a:ext cx="515160" cy="17712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37C0452A-7412-51B4-4FA0-BA656AB59E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25304" y="6123819"/>
                <a:ext cx="640800" cy="30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01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D133F43-BE5A-3A02-AE43-F7A0E0166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5143" y="6165518"/>
            <a:ext cx="2743200" cy="365125"/>
          </a:xfrm>
        </p:spPr>
        <p:txBody>
          <a:bodyPr/>
          <a:lstStyle/>
          <a:p>
            <a:fld id="{86A1DFC8-86FD-4D8E-9AE5-DF097F88552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721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CEB1640-92E2-BD06-E72D-13641874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77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DEDB1A-C9FB-F63F-2033-35ACDC70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85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73F75B2-5A56-77AB-720D-E1FD000E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91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0CB05B-99AF-A2AD-04FA-63F2956A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498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D1A885E-247C-2257-F552-BD30C1867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07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A87EB6E-93F0-8B65-3E90-963CFF0A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9500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74AD43D-5587-C9EF-916E-7050003B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8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8E11A59-EC2F-04D8-23FB-6BD940FD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06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AD1FC47-5AB7-FA9A-E3E7-A4517A4B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662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01A0D-C013-FA8F-E5E1-A4BBA750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F116A6B-0604-9B70-508F-A91AC172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9240" y="6260934"/>
            <a:ext cx="2743200" cy="365125"/>
          </a:xfrm>
        </p:spPr>
        <p:txBody>
          <a:bodyPr/>
          <a:lstStyle/>
          <a:p>
            <a:fld id="{86A1DFC8-86FD-4D8E-9AE5-DF097F885525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3444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C444C-AC1B-D72B-EC23-1BC0D758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F5F3D14-AEC0-A9E0-1B79-F6F9C203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17</a:t>
            </a:fld>
            <a:endParaRPr lang="es-E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BEDA13DB-E6A2-0461-12D9-774EE75344B7}"/>
                  </a:ext>
                </a:extLst>
              </p14:cNvPr>
              <p14:cNvContentPartPr/>
              <p14:nvPr/>
            </p14:nvContentPartPr>
            <p14:xfrm>
              <a:off x="11534550" y="6081000"/>
              <a:ext cx="541080" cy="60372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BEDA13DB-E6A2-0461-12D9-774EE75344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8430" y="6074880"/>
                <a:ext cx="55332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6853D1C-339B-F2D0-5EF0-6D3E5207302F}"/>
                  </a:ext>
                </a:extLst>
              </p14:cNvPr>
              <p14:cNvContentPartPr/>
              <p14:nvPr/>
            </p14:nvContentPartPr>
            <p14:xfrm>
              <a:off x="11337200" y="6078800"/>
              <a:ext cx="704520" cy="4118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6853D1C-339B-F2D0-5EF0-6D3E520730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74200" y="6016160"/>
                <a:ext cx="83016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56EF543-95EF-DA75-F62D-12CD5080C072}"/>
                  </a:ext>
                </a:extLst>
              </p14:cNvPr>
              <p14:cNvContentPartPr/>
              <p14:nvPr/>
            </p14:nvContentPartPr>
            <p14:xfrm>
              <a:off x="11829320" y="6234680"/>
              <a:ext cx="219240" cy="1936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56EF543-95EF-DA75-F62D-12CD5080C0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766320" y="6172040"/>
                <a:ext cx="344880" cy="3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4113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93D3C-18FF-1358-2A16-8EBDA36F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22812A0-8EFE-ED51-1A6F-0DB82688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424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9558C-50DC-557E-2B41-68815D02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34ACFA1-1BB2-7A75-A328-E90BC9F2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9898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8312C-3894-52AE-3026-7AE8F7D9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B8F0E05-E4B2-E988-7E62-BFD0E589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247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F509608-3C6B-2AAE-A2E7-3E3901B0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700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E1CEB98-95F2-E568-A072-CE708341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084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CBB94E-F866-86B0-BE7C-17A919CE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4453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9C7D91A-81DC-1498-7B41-ECD6E924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540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6D7C34C-DAA4-3B1E-ED04-5F84793A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5216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CFB7129-F200-635E-8DEB-32123E65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685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8AD246-7C08-D854-A823-83D818C2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1045" y="6197324"/>
            <a:ext cx="2743200" cy="365125"/>
          </a:xfrm>
        </p:spPr>
        <p:txBody>
          <a:bodyPr/>
          <a:lstStyle/>
          <a:p>
            <a:fld id="{86A1DFC8-86FD-4D8E-9AE5-DF097F885525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421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03459CC-9FF8-E609-63AD-3D3FC784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064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88F029B-77D9-14BA-445E-66A7DF2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6717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673795-A81D-07E5-4216-F4A24000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6116" y="6340448"/>
            <a:ext cx="2743200" cy="365125"/>
          </a:xfrm>
        </p:spPr>
        <p:txBody>
          <a:bodyPr/>
          <a:lstStyle/>
          <a:p>
            <a:fld id="{86A1DFC8-86FD-4D8E-9AE5-DF097F885525}" type="slidenum">
              <a:rPr lang="es-ES" smtClean="0"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1099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6B3A4A8-4C65-5C5E-E04D-28DA74CE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5795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7B27040-364B-622D-B3CE-9B5AFF20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288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FCB69C-9224-AF97-FC96-BAD1FE95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33</a:t>
            </a:fld>
            <a:endParaRPr lang="es-E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BFE9019D-9165-A592-C7A6-5F6A5AC45260}"/>
                  </a:ext>
                </a:extLst>
              </p14:cNvPr>
              <p14:cNvContentPartPr/>
              <p14:nvPr/>
            </p14:nvContentPartPr>
            <p14:xfrm>
              <a:off x="11550390" y="6227160"/>
              <a:ext cx="147240" cy="1735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BFE9019D-9165-A592-C7A6-5F6A5AC452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87750" y="6164520"/>
                <a:ext cx="272880" cy="29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9258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39CFE74-7653-2ACC-0F44-76DD5F02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34</a:t>
            </a:fld>
            <a:endParaRPr lang="es-E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22AD7C99-C604-2085-7B48-662056F7EE91}"/>
                  </a:ext>
                </a:extLst>
              </p14:cNvPr>
              <p14:cNvContentPartPr/>
              <p14:nvPr/>
            </p14:nvContentPartPr>
            <p14:xfrm>
              <a:off x="11495670" y="6246240"/>
              <a:ext cx="201240" cy="1008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22AD7C99-C604-2085-7B48-662056F7EE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33030" y="6183600"/>
                <a:ext cx="326880" cy="2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1750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C0621DF-C77C-D55C-9854-EC23D704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35</a:t>
            </a:fld>
            <a:endParaRPr lang="es-E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75188C21-0AE6-59B3-BDF7-7D9DB5515720}"/>
                  </a:ext>
                </a:extLst>
              </p14:cNvPr>
              <p14:cNvContentPartPr/>
              <p14:nvPr/>
            </p14:nvContentPartPr>
            <p14:xfrm>
              <a:off x="11485590" y="6236520"/>
              <a:ext cx="158400" cy="1274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75188C21-0AE6-59B3-BDF7-7D9DB55157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22590" y="6173880"/>
                <a:ext cx="284040" cy="2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2162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DF55052-AC80-B12F-F99D-3DF3BDBE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36</a:t>
            </a:fld>
            <a:endParaRPr lang="es-E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1E80B5EB-F3BD-EE1C-0F76-524C6064CFBE}"/>
                  </a:ext>
                </a:extLst>
              </p14:cNvPr>
              <p14:cNvContentPartPr/>
              <p14:nvPr/>
            </p14:nvContentPartPr>
            <p14:xfrm>
              <a:off x="11591070" y="6026280"/>
              <a:ext cx="307800" cy="4662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1E80B5EB-F3BD-EE1C-0F76-524C6064CF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8430" y="5963280"/>
                <a:ext cx="433440" cy="5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829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21CC8B3-BFAF-B17F-3C62-B36AC8CB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37</a:t>
            </a:fld>
            <a:endParaRPr lang="es-E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C0763AB-BB97-0A2B-CF05-7D8838A79A62}"/>
                  </a:ext>
                </a:extLst>
              </p14:cNvPr>
              <p14:cNvContentPartPr/>
              <p14:nvPr/>
            </p14:nvContentPartPr>
            <p14:xfrm>
              <a:off x="11416470" y="6159480"/>
              <a:ext cx="308880" cy="31464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C0763AB-BB97-0A2B-CF05-7D8838A79A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53470" y="6096840"/>
                <a:ext cx="434520" cy="4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7420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1C38133-CD76-5741-C78D-BE890F8A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1DFC8-86FD-4D8E-9AE5-DF097F885525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6975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37</Words>
  <Application>Microsoft Office PowerPoint</Application>
  <PresentationFormat>Panorámica</PresentationFormat>
  <Paragraphs>37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P</dc:creator>
  <cp:lastModifiedBy>Jacob P</cp:lastModifiedBy>
  <cp:revision>12</cp:revision>
  <dcterms:created xsi:type="dcterms:W3CDTF">2026-06-25T19:35:02Z</dcterms:created>
  <dcterms:modified xsi:type="dcterms:W3CDTF">2026-06-29T15:01:00Z</dcterms:modified>
</cp:coreProperties>
</file>